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960120"/>
            <a:ext cx="10835640" cy="47091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08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4A90E2"/>
                </a:solidFill>
                <a:latin typeface="Arial"/>
              </a:defRPr>
            </a:pPr>
            <a:r>
              <a:t>ReceiptIA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Extractor Inteligente de Datos de Facturas</a:t>
            </a:r>
            <a:br/>
            <a:r>
              <a:t>y Optimización Fiscal mediante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95130"/>
            <a:ext cx="4882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b="1" dirty="0">
                <a:solidFill>
                  <a:schemeClr val="bg1">
                    <a:lumMod val="95000"/>
                  </a:schemeClr>
                </a:solidFill>
              </a:rPr>
              <a:t>David Arnoldo Hernández Gómez SMIS051821</a:t>
            </a:r>
            <a:endParaRPr lang="es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SV" b="1" dirty="0">
                <a:solidFill>
                  <a:schemeClr val="bg1">
                    <a:lumMod val="95000"/>
                  </a:schemeClr>
                </a:solidFill>
              </a:rPr>
              <a:t>Jonathan Elías Gámez Larin SMIS01821</a:t>
            </a:r>
            <a:endParaRPr lang="es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SV" b="1" dirty="0">
                <a:solidFill>
                  <a:schemeClr val="bg1">
                    <a:lumMod val="95000"/>
                  </a:schemeClr>
                </a:solidFill>
              </a:rPr>
              <a:t>Wilber José Jiménez Ramírez SMIS058221</a:t>
            </a:r>
            <a:endParaRPr lang="es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1. Problema identificado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38328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64008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7335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PROCESAMIENTO MANUAL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La extracción y organización de datos de facturas requiere tiempo y esfuerzo.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0" y="1508760"/>
            <a:ext cx="64008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7335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ERRORES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La digitación manual puede generar inconsistencias en la información.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08760"/>
            <a:ext cx="338328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2440" y="1508760"/>
            <a:ext cx="6400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1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FALTA DE AUTOMATIZACIÓN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Se necesita una forma más rápida de procesar y consultar documentos.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  <a:latin typeface="Arial"/>
              </a:defRPr>
            </a:pPr>
            <a:r>
              <a:t>• Carga y extracción de información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  <a:latin typeface="Arial"/>
              </a:defRPr>
            </a:pPr>
            <a:r>
              <a:t>• Organización e historial de documentos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  <a:latin typeface="Arial"/>
              </a:defRPr>
            </a:pPr>
            <a:r>
              <a:t>• Identificación de posibles anomalías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2. Propuesta de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ECC"/>
                </a:solidFill>
                <a:latin typeface="Arial"/>
              </a:defRPr>
            </a:pPr>
            <a:r>
              <a:t>Automatización del procesamiento documental con OCR e inteligencia artificial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574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64008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Factura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Documento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9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20574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79" y="1828800"/>
            <a:ext cx="6400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79" y="1993392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OCR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Tesseract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20574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57800" y="1828800"/>
            <a:ext cx="6400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1993392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IA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Gemini 2.5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20574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1993392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Validación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Datos estructurados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20574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21240" y="182880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993392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Almacenamiento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10058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rial"/>
              </a:defRPr>
            </a:pPr>
            <a:r>
              <a:t>• Autenticación de usuarios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rial"/>
              </a:defRPr>
            </a:pPr>
            <a:r>
              <a:t>• Detección de anomalías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rial"/>
              </a:defRPr>
            </a:pPr>
            <a:r>
              <a:t>• Historial y organización de documentos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rial"/>
              </a:defRPr>
            </a:pPr>
            <a:r>
              <a:t>• Exportación de información a 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3. Arquitectura y tecnologías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288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1051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14173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Usuario /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8288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64008" cy="1051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1993392"/>
            <a:ext cx="14173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18288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1828800"/>
            <a:ext cx="64008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993392"/>
            <a:ext cx="14173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Tesseract 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28800"/>
            <a:ext cx="18288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64008" cy="1051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1993392"/>
            <a:ext cx="14173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Gemini 2.5 Flash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840480"/>
            <a:ext cx="18288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3840480"/>
            <a:ext cx="64008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4005072"/>
            <a:ext cx="14173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Firebase / Firestore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1488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1488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1488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4BECC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926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BECC"/>
                </a:solidFill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520440"/>
            <a:ext cx="384048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rial"/>
              </a:defRPr>
            </a:pPr>
            <a:r>
              <a:t>• Docker: contenedorización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rial"/>
              </a:defRPr>
            </a:pPr>
            <a:r>
              <a:t>• GitHub Actions: integración continua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rial"/>
              </a:defRPr>
            </a:pPr>
            <a:r>
              <a:t>• Pytest: pruebas automatizadas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rial"/>
              </a:defRPr>
            </a:pPr>
            <a:r>
              <a:t>• Ruff: análisis estático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rial"/>
              </a:defRPr>
            </a:pPr>
            <a:r>
              <a:t>• Observabilidad: request_id, logs y /health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4. Funcionamiento de ReceiptIA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Inicio de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79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Carga de factura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77639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2356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OCR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6948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Resultado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395728"/>
            <a:ext cx="731520" cy="27432"/>
          </a:xfrm>
          <a:prstGeom prst="rect">
            <a:avLst/>
          </a:prstGeom>
          <a:solidFill>
            <a:srgbClr val="B4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61320" y="1965960"/>
            <a:ext cx="914400" cy="9144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06324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7FA"/>
                </a:solidFill>
                <a:latin typeface="Arial"/>
              </a:defRPr>
            </a:pPr>
            <a:r>
              <a:t>Firebase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251960"/>
            <a:ext cx="10058400" cy="105156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4251960"/>
            <a:ext cx="64008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416552"/>
            <a:ext cx="96469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RESULTADO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Información estructurada y disponible para consulta, historial y exportación.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5. Desarrollo y buenas prácticas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73351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FastAPI + Pydantic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Backend y 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5087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9080" y="150876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673351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Pytest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11 pruebas automatizadas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087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2360" y="150876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1673351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Ruff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Análisis estático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24612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41071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GitHub Actions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Integración continua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324612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0" y="324612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41071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Docker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Contenedorización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24612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324612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41071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Observabilidad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request_id + registros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6. Resultados y evaluación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5146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EVALUACIÓN IA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100 %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4 de 4 casos evaluados correctamente.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5146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83280" y="141732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5819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PRUEBAS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11 / 11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Pruebas automatizadas exitosas.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25146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6400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5819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BENCHMARK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20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Solicitudes evaluadas.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417320"/>
            <a:ext cx="2514600" cy="141732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417320"/>
            <a:ext cx="64008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15819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TASA DE ERROR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20 %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16 exitosas y 4 errores.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3375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3337560"/>
            <a:ext cx="64008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0200" y="350215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P50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10.68 s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Tiempo de respuesta.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3375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337560"/>
            <a:ext cx="64008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50215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P95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13.71 s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Tiempo de respuesta.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337560"/>
            <a:ext cx="2926080" cy="1325880"/>
          </a:xfrm>
          <a:prstGeom prst="roundRect">
            <a:avLst/>
          </a:prstGeom>
          <a:solidFill>
            <a:srgbClr val="161F2D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3840" y="3337560"/>
            <a:ext cx="64008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350215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BECC"/>
                </a:solidFill>
                <a:latin typeface="Arial"/>
              </a:defRPr>
            </a:pPr>
            <a:r>
              <a:t>MÁXIMO</a:t>
            </a:r>
          </a:p>
          <a:p>
            <a:pPr>
              <a:defRPr sz="2500" b="1">
                <a:solidFill>
                  <a:srgbClr val="F5F7FA"/>
                </a:solidFill>
                <a:latin typeface="Arial"/>
              </a:defRPr>
            </a:pPr>
            <a:r>
              <a:t>17.73 s</a:t>
            </a:r>
          </a:p>
          <a:p>
            <a:pPr>
              <a:defRPr sz="1100">
                <a:solidFill>
                  <a:srgbClr val="B4BECC"/>
                </a:solidFill>
                <a:latin typeface="Arial"/>
              </a:defRPr>
            </a:pPr>
            <a:r>
              <a:t>Tiempo máximo observado.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CC"/>
                </a:solidFill>
                <a:latin typeface="Arial"/>
              </a:defRPr>
            </a:pPr>
            <a:r>
              <a:t>Los resultados corresponden al conjunto de pruebas realizado durante el proyecto.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7.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332720" cy="39776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ReceiptIA automatiza el procesamiento y organización de facturas.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La combinación de OCR e IA permite transformar documentos en información estructurada.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Se integraron autenticación, almacenamiento, pruebas, CI/CD, Docker y observabilidad.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Las pruebas demostraron el funcionamiento esperado de los componentes principales.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El proyecto permitió aplicar IA y buenas prácticas de ingeniería de software.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rial"/>
              </a:defRPr>
            </a:pPr>
            <a:r>
              <a:t>• Se identificaron oportunidades de mejora en tiempos de respuesta y tasa de errores.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CC"/>
                </a:solidFill>
                <a:latin typeface="Arial"/>
              </a:defRPr>
            </a:pPr>
            <a:r>
              <a:t>ReceiptIA  •  Presentación final   |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465</Words>
  <Application>Microsoft Office PowerPoint</Application>
  <PresentationFormat>Panorámica</PresentationFormat>
  <Paragraphs>118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Fox ツ</cp:lastModifiedBy>
  <cp:revision>3</cp:revision>
  <dcterms:created xsi:type="dcterms:W3CDTF">2013-01-27T09:14:16Z</dcterms:created>
  <dcterms:modified xsi:type="dcterms:W3CDTF">2026-08-23T00:42:42Z</dcterms:modified>
  <cp:category/>
</cp:coreProperties>
</file>